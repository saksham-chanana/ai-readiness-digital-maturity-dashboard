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AI Readiness &amp; Digital Maturity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Data-Driven Insights for Enterprise Transformation</a:t>
            </a:r>
          </a:p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Organizations struggle to accurately measure current digital maturity.</a:t>
            </a:r>
          </a:p>
          <a:p>
            <a:pPr/>
            <a:r>
              <a:t>Difficulty in assessing readiness to adopt AI technologies effectively.</a:t>
            </a:r>
          </a:p>
          <a:p>
            <a:pPr/>
            <a:r>
              <a:t>Lack of structured data to evaluate adoption barriers.</a:t>
            </a:r>
          </a:p>
          <a:p>
            <a:pPr/>
            <a:r>
              <a:t>Blind spots regarding current capabilities and departmental needs.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automated pipeline and interactive dashboard.</a:t>
            </a:r>
          </a:p>
          <a:p>
            <a:pPr/>
            <a:r>
              <a:t>Simulates, processes, and visualizes assessment data across organizational personas.</a:t>
            </a:r>
          </a:p>
          <a:p>
            <a:pPr/>
            <a:r>
              <a:t>Granular insights across departments and seniority levels.</a:t>
            </a:r>
          </a:p>
          <a:p>
            <a:pPr/>
            <a:r>
              <a:t>Provides a centralized, highly visual view of the organization's digital posture.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Data Generation: Persona-based systems for highly realistic data.</a:t>
            </a:r>
          </a:p>
          <a:p>
            <a:pPr/>
            <a:r>
              <a:t>Intelligent Scoring Engine: Calculates Maturity and AI Readiness scores via complex logic.</a:t>
            </a:r>
          </a:p>
          <a:p>
            <a:pPr/>
            <a:r>
              <a:t>Dynamic Filtering: Assess data by Region, Department, and Role.</a:t>
            </a:r>
          </a:p>
          <a:p>
            <a:pPr/>
            <a:r>
              <a:t>Interactive Dashboard: Real-time exploration of KPIs via an intuitive web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Insights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Maturity Distribution: Breakdown of capabilities across various axes.</a:t>
            </a:r>
          </a:p>
          <a:p>
            <a:pPr/>
            <a:r>
              <a:t>AI Adoption Barriers: Quantifying roadblocks like skill gaps, data security, and budget.</a:t>
            </a:r>
          </a:p>
          <a:p>
            <a:pPr/>
            <a:r>
              <a:t>Analytics Funnel: Tracking progression from initial capability to advanced AI deployment.</a:t>
            </a:r>
          </a:p>
          <a:p>
            <a:pPr/>
            <a:r>
              <a:t>Correlation Matrix: Identifying intersecting relationships between readiness factors.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Enables precise data-driven decision-making for transformation strategies.</a:t>
            </a:r>
          </a:p>
          <a:p>
            <a:pPr/>
            <a:r>
              <a:t>Identifies 'low-hanging fruit' for immediate, high-ROI AI adoption.</a:t>
            </a:r>
          </a:p>
          <a:p>
            <a:pPr/>
            <a:r>
              <a:t>Highlights specific departments requiring targeted training and investment.</a:t>
            </a:r>
          </a:p>
          <a:p>
            <a:pPr/>
            <a:r>
              <a:t>Aligns technical initiatives with overarching business objectives.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is ready for deployment with real-world enterprise survey data.</a:t>
            </a:r>
          </a:p>
          <a:p>
            <a:pPr/>
            <a:r>
              <a:t>Next Steps:</a:t>
            </a:r>
          </a:p>
          <a:p>
            <a:pPr/>
            <a:r>
              <a:t>  1. Initiate Pilot Program with a select department.</a:t>
            </a:r>
          </a:p>
          <a:p>
            <a:pPr/>
            <a:r>
              <a:t>  2. Expand assessment criteria based on initial feedback.</a:t>
            </a:r>
          </a:p>
          <a:p>
            <a:pPr/>
            <a:r>
              <a:t>  3. Integrate live structured data sources for continuous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